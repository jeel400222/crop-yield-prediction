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Fraunces Extra Bold"/>
      <p:regular r:id="rId16"/>
    </p:embeddedFont>
    <p:embeddedFont>
      <p:font typeface="Fraunces Extra Bold"/>
      <p:regular r:id="rId17"/>
    </p:embeddedFont>
    <p:embeddedFont>
      <p:font typeface="Nobile"/>
      <p:regular r:id="rId18"/>
    </p:embeddedFont>
    <p:embeddedFont>
      <p:font typeface="Nobile"/>
      <p:regular r:id="rId19"/>
    </p:embeddedFont>
    <p:embeddedFont>
      <p:font typeface="Nobile"/>
      <p:regular r:id="rId20"/>
    </p:embeddedFont>
    <p:embeddedFont>
      <p:font typeface="Nobile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5492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Crop Yield Prediction Using Machine Learning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1264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end-to-end machine learning pipeline to predict crop yield.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Utilizes soil nutrients and environmental factors for accurate estimates.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61165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Presented by Jil gadhiya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70471"/>
            <a:ext cx="59807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Project Introduction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819412"/>
            <a:ext cx="4196358" cy="2474952"/>
          </a:xfrm>
          <a:prstGeom prst="roundRect">
            <a:avLst>
              <a:gd name="adj" fmla="val 8248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50462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536644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 crop yield using soil nutrients and environment data.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4819412"/>
            <a:ext cx="4196358" cy="2474952"/>
          </a:xfrm>
          <a:prstGeom prst="roundRect">
            <a:avLst>
              <a:gd name="adj" fmla="val 8248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5443776" y="50462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Features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43776" y="5536644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Nitrogen, Phosphorus, Potassium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5443776" y="634174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Temperature, Humidity, pH, Rainfall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9640133" y="4819412"/>
            <a:ext cx="4196358" cy="2474952"/>
          </a:xfrm>
          <a:prstGeom prst="roundRect">
            <a:avLst>
              <a:gd name="adj" fmla="val 8248"/>
            </a:avLst>
          </a:prstGeom>
          <a:solidFill>
            <a:srgbClr val="E8F3E8"/>
          </a:solidFill>
          <a:ln/>
        </p:spPr>
      </p:sp>
      <p:sp>
        <p:nvSpPr>
          <p:cNvPr id="12" name="Text 9"/>
          <p:cNvSpPr/>
          <p:nvPr/>
        </p:nvSpPr>
        <p:spPr>
          <a:xfrm>
            <a:off x="9866948" y="50462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Importance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866948" y="5536644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Helps optimize farming practices and improve food production.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195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Soil Nutrients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Nitrogen (N)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Phosphorus (P)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Potassium (K)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577709"/>
            <a:ext cx="33131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Environmental Factors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Temperature (°C)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Humidity (%)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 level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4854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Rainfall (mm)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378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Exploratory Data Analysis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295531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7017306" y="3373398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Feature Distributions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4218146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Analyzed nutrient and environmental variable ranges.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200203" y="3295531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10937319" y="33733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Correlations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37319" y="3863816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Identified strong relationships among features and yield.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760482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7017306" y="58383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Visual Insights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6328767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Heatmaps and histograms helped detect patterns and outliers.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40036"/>
            <a:ext cx="73673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 Preprocessing Steps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288977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5157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3006209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Detected and imputed missing nutrient and environmental entries.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95882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4185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Encoding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4676061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Converted categorical variables to numeric format.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19713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5546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Scaling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6036945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Standardized features for model consistency and improved training.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44152"/>
            <a:ext cx="78197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Modeling and Performance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19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Models Used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Random Forest Regressor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Linear Regression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4019907"/>
            <a:ext cx="30610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Performance Metrics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RMSE: 0.0155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R² Score: 0.9942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585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4023" y="3150989"/>
            <a:ext cx="9531429" cy="639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Interactive Yield Prediction Example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54023" y="4097536"/>
            <a:ext cx="13122354" cy="3544252"/>
          </a:xfrm>
          <a:prstGeom prst="roundRect">
            <a:avLst>
              <a:gd name="adj" fmla="val 519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1643" y="4105156"/>
            <a:ext cx="13107114" cy="5881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66311" y="4235529"/>
            <a:ext cx="614041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Feature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23678" y="4235529"/>
            <a:ext cx="614041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Value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1643" y="4693325"/>
            <a:ext cx="13107114" cy="5881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66311" y="4823698"/>
            <a:ext cx="614041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Nitrogen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23678" y="4823698"/>
            <a:ext cx="614041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33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1643" y="5281493"/>
            <a:ext cx="13107114" cy="5881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966311" y="5411867"/>
            <a:ext cx="614041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Phosphorus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523678" y="5411867"/>
            <a:ext cx="614041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21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1643" y="5869662"/>
            <a:ext cx="13107114" cy="5881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966311" y="6000036"/>
            <a:ext cx="614041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Potassium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23678" y="6000036"/>
            <a:ext cx="614041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25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1643" y="6457831"/>
            <a:ext cx="13107114" cy="5881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66311" y="6588204"/>
            <a:ext cx="614041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Temperature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523678" y="6588204"/>
            <a:ext cx="614041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29°C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61643" y="7046000"/>
            <a:ext cx="13107114" cy="5881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966311" y="7176373"/>
            <a:ext cx="614041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Predicted Yield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523678" y="7176373"/>
            <a:ext cx="614041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0.38 tons/hectare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6991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Findings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218855"/>
            <a:ext cx="7556421" cy="1306949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445669"/>
            <a:ext cx="28755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 Effectiveness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936087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Random Forest outperformed Linear Regression significantly.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4752618"/>
            <a:ext cx="7556421" cy="1306949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6507004" y="49794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Important Features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07004" y="546985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Nitrogen and Rainfall drive yield most strongly.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5678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Conclusion and Recommendations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614499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36923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Summary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418278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Random Forest achieved high accuracy (R² = 0.9942).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999315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1530906" y="50771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30906" y="5567601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Integrate real-world yield measurements for validation.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530906" y="6009799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Explore advanced models like XGBoost for improvements.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2025-05-01T03:25:28Z</dcterms:created>
  <dcterms:modified xsi:type="dcterms:W3CDTF">2025-05-01T03:25:28Z</dcterms:modified>
</cp:coreProperties>
</file>